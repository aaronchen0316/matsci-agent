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922a0d5ecb4ef8" /><Relationship Type="http://schemas.openxmlformats.org/officeDocument/2006/relationships/extended-properties" Target="/docProps/app.xml" Id="Rf0edba0b8a294796" /><Relationship Type="http://schemas.openxmlformats.org/officeDocument/2006/relationships/officeDocument" Target="/ppt/presentation.xml" Id="Rf4656641f99b49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483b18ebcc4688"/>
  </p:sldMasterIdLst>
  <p:notesMasterIdLst>
    <p:notesMasterId xmlns:r="http://schemas.openxmlformats.org/officeDocument/2006/relationships" r:id="R92c674eab2cd44c1"/>
  </p:notesMasterIdLst>
  <p:sldIdLst>
    <p:sldId xmlns:r="http://schemas.openxmlformats.org/officeDocument/2006/relationships" id="256" r:id="R245257d8813947d2"/>
    <p:sldId xmlns:r="http://schemas.openxmlformats.org/officeDocument/2006/relationships" id="257" r:id="Rd1428df79cc540ca"/>
    <p:sldId xmlns:r="http://schemas.openxmlformats.org/officeDocument/2006/relationships" id="258" r:id="R477b5d280afb417d"/>
    <p:sldId xmlns:r="http://schemas.openxmlformats.org/officeDocument/2006/relationships" id="259" r:id="R8344f5fe5bec443a"/>
    <p:sldId xmlns:r="http://schemas.openxmlformats.org/officeDocument/2006/relationships" id="260" r:id="Rab82ed819bdf4f5e"/>
    <p:sldId xmlns:r="http://schemas.openxmlformats.org/officeDocument/2006/relationships" id="261" r:id="R0e653baf1a324fe3"/>
    <p:sldId xmlns:r="http://schemas.openxmlformats.org/officeDocument/2006/relationships" id="262" r:id="R8d98b3b49fac4c07"/>
    <p:sldId xmlns:r="http://schemas.openxmlformats.org/officeDocument/2006/relationships" id="263" r:id="R5a8423f067df4f9a"/>
    <p:sldId xmlns:r="http://schemas.openxmlformats.org/officeDocument/2006/relationships" id="264" r:id="Rf27a90c7ad194436"/>
    <p:sldId xmlns:r="http://schemas.openxmlformats.org/officeDocument/2006/relationships" id="265" r:id="Ree451351df55475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1a05aedf77455b" /><Relationship Type="http://schemas.openxmlformats.org/officeDocument/2006/relationships/slideMaster" Target="/ppt/slideMasters/slideMaster1.xml" Id="Rbc483b18ebcc4688" /><Relationship Type="http://schemas.openxmlformats.org/officeDocument/2006/relationships/notesMaster" Target="/ppt/notesMasters/notesMaster1.xml" Id="R92c674eab2cd44c1" /><Relationship Type="http://schemas.openxmlformats.org/officeDocument/2006/relationships/presProps" Target="/ppt/presProps.xml" Id="Rd5f9f0573dd84738" /><Relationship Type="http://schemas.openxmlformats.org/officeDocument/2006/relationships/viewProps" Target="/ppt/viewProps.xml" Id="Rdb4313e9aaaf4659" /><Relationship Type="http://schemas.openxmlformats.org/officeDocument/2006/relationships/tableStyles" Target="/ppt/tableStyles.xml" Id="R7644a84024c34e96" /><Relationship Type="http://schemas.openxmlformats.org/officeDocument/2006/relationships/slide" Target="/ppt/slides/slide1.xml" Id="R245257d8813947d2" /><Relationship Type="http://schemas.openxmlformats.org/officeDocument/2006/relationships/slide" Target="/ppt/slides/slide2.xml" Id="Rd1428df79cc540ca" /><Relationship Type="http://schemas.openxmlformats.org/officeDocument/2006/relationships/slide" Target="/ppt/slides/slide3.xml" Id="R477b5d280afb417d" /><Relationship Type="http://schemas.openxmlformats.org/officeDocument/2006/relationships/slide" Target="/ppt/slides/slide4.xml" Id="R8344f5fe5bec443a" /><Relationship Type="http://schemas.openxmlformats.org/officeDocument/2006/relationships/slide" Target="/ppt/slides/slide5.xml" Id="Rab82ed819bdf4f5e" /><Relationship Type="http://schemas.openxmlformats.org/officeDocument/2006/relationships/slide" Target="/ppt/slides/slide6.xml" Id="R0e653baf1a324fe3" /><Relationship Type="http://schemas.openxmlformats.org/officeDocument/2006/relationships/slide" Target="/ppt/slides/slide7.xml" Id="R8d98b3b49fac4c07" /><Relationship Type="http://schemas.openxmlformats.org/officeDocument/2006/relationships/slide" Target="/ppt/slides/slide8.xml" Id="R5a8423f067df4f9a" /><Relationship Type="http://schemas.openxmlformats.org/officeDocument/2006/relationships/slide" Target="/ppt/slides/slide9.xml" Id="Rf27a90c7ad194436" /><Relationship Type="http://schemas.openxmlformats.org/officeDocument/2006/relationships/slide" Target="/ppt/slides/slide10.xml" Id="Ree451351df5547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1773cdf5e749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94866593ac4cb7" /><Relationship Type="http://schemas.openxmlformats.org/officeDocument/2006/relationships/notesMaster" Target="/ppt/notesMasters/notesMaster1.xml" Id="R2a2a30347c2e47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10c548a8c243f7" /><Relationship Type="http://schemas.openxmlformats.org/officeDocument/2006/relationships/notesMaster" Target="/ppt/notesMasters/notesMaster1.xml" Id="R2bf23e31ca6343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61a36da8444d23" /><Relationship Type="http://schemas.openxmlformats.org/officeDocument/2006/relationships/notesMaster" Target="/ppt/notesMasters/notesMaster1.xml" Id="R0aae87451e6047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90cc35d0e549f3" /><Relationship Type="http://schemas.openxmlformats.org/officeDocument/2006/relationships/notesMaster" Target="/ppt/notesMasters/notesMaster1.xml" Id="Ra94704fa6d3d4e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81e1961ed54de4" /><Relationship Type="http://schemas.openxmlformats.org/officeDocument/2006/relationships/notesMaster" Target="/ppt/notesMasters/notesMaster1.xml" Id="Rb4da5793040c48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3b73e3d94c47a2" /><Relationship Type="http://schemas.openxmlformats.org/officeDocument/2006/relationships/notesMaster" Target="/ppt/notesMasters/notesMaster1.xml" Id="Ra30cceb59310452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f239f3231c44ca8" /><Relationship Type="http://schemas.openxmlformats.org/officeDocument/2006/relationships/notesMaster" Target="/ppt/notesMasters/notesMaster1.xml" Id="Ra931f7bdaa54431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ae2f593aa54fbf" /><Relationship Type="http://schemas.openxmlformats.org/officeDocument/2006/relationships/notesMaster" Target="/ppt/notesMasters/notesMaster1.xml" Id="R53e72e5fa7ee466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f84f697791d47bb" /><Relationship Type="http://schemas.openxmlformats.org/officeDocument/2006/relationships/notesMaster" Target="/ppt/notesMasters/notesMaster1.xml" Id="R8aab3eb69ea7441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151b556ac96455e" /><Relationship Type="http://schemas.openxmlformats.org/officeDocument/2006/relationships/notesMaster" Target="/ppt/notesMasters/notesMaster1.xml" Id="R425da963f6a648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0f4f1068fe46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2bcafe80cb4dcc" /><Relationship Type="http://schemas.openxmlformats.org/officeDocument/2006/relationships/slideLayout" Target="/ppt/slideLayouts/slideLayout1.xml" Id="R6cb9918bd9064b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b9918bd9064b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d689f99b8043c0" /><Relationship Type="http://schemas.openxmlformats.org/officeDocument/2006/relationships/notesSlide" Target="/ppt/notesSlides/notesSlide1.xml" Id="Rf6aa70e8f39541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34437ac73642f6" /><Relationship Type="http://schemas.openxmlformats.org/officeDocument/2006/relationships/notesSlide" Target="/ppt/notesSlides/notesSlide2.xml" Id="R2f8119ff2b9943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7efdf83c884baa" /><Relationship Type="http://schemas.openxmlformats.org/officeDocument/2006/relationships/notesSlide" Target="/ppt/notesSlides/notesSlide3.xml" Id="R472f6c5335da41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de3465d39341a9" /><Relationship Type="http://schemas.openxmlformats.org/officeDocument/2006/relationships/notesSlide" Target="/ppt/notesSlides/notesSlide4.xml" Id="R62f90e652d4d4b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e83ee3f1d346d5" /><Relationship Type="http://schemas.openxmlformats.org/officeDocument/2006/relationships/notesSlide" Target="/ppt/notesSlides/notesSlide5.xml" Id="Rbac3a84982fc41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718f877b384852" /><Relationship Type="http://schemas.openxmlformats.org/officeDocument/2006/relationships/notesSlide" Target="/ppt/notesSlides/notesSlide6.xml" Id="R70ff4c64903a4aa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a776ccceb14458" /><Relationship Type="http://schemas.openxmlformats.org/officeDocument/2006/relationships/notesSlide" Target="/ppt/notesSlides/notesSlide7.xml" Id="R6a310cb1e6d94a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f207dfd32a49af" /><Relationship Type="http://schemas.openxmlformats.org/officeDocument/2006/relationships/notesSlide" Target="/ppt/notesSlides/notesSlide8.xml" Id="Rb2cf82367730457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adf6dd3817403f" /><Relationship Type="http://schemas.openxmlformats.org/officeDocument/2006/relationships/notesSlide" Target="/ppt/notesSlides/notesSlide9.xml" Id="R6b20deebef5243f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3a847c94cc41b7" /><Relationship Type="http://schemas.openxmlformats.org/officeDocument/2006/relationships/notesSlide" Target="/ppt/notesSlides/notesSlide10.xml" Id="R44ae0aa7063840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F412D2-0251-49C6-9FA7-F6F3CC4F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066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MatSci-Agent Multi-Agent Harness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67D766-3AD4-46A6-90FB-B348589F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563EB"/>
                </a:solidFill>
                <a:latin typeface="Arial"/>
                <a:ea typeface="Arial"/>
                <a:cs typeface="Arial"/>
              </a:rPr>
              <a:t>High-level architecture, design reasons,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FE2FE2-08AF-4B56-993F-CD5B999D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ACED2B-23CF-4936-BC1A-6AEC2FFA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Talk goal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C61F16-C0D4-496C-9DDD-2E6579FA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066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Explain what scaffold is, why it sits outside main workflow, how agents collaborate, where safety and key config live, what is still missing.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4BE1F6-D3CD-4B52-AC6F-E24F499FC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Scope today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B18B8F-54EF-443E-85FD-B46D6C1B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5048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Current branch: multi-agent</a:t>
            </a:r>
          </a:p>
          <a:p xmlns:a="http://schemas.openxmlformats.org/drawingml/2006/main"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Runtime code: src/matsci_agent/multiagent</a:t>
            </a:r>
          </a:p>
          <a:p xmlns:a="http://schemas.openxmlformats.org/drawingml/2006/main"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Prompt specs: agent_specs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600BCB-7CA3-49F6-87FD-B1E9F890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400550"/>
            <a:ext cx="4191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58053F-6C9A-4614-B9C5-047E522A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667250"/>
            <a:ext cx="3714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Key point:</a:t>
            </a:r>
          </a:p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This is scaffolding for eval / critique / repair around existing retrieval app.</a:t>
            </a:r>
          </a:p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Not replacement for app workflow.</a:t>
            </a:r>
          </a:p>
        </p:txBody>
      </p:sp>
    </p:spTree>
    <p:extLst>
      <p:ext uri="{BB962C8B-B14F-4D97-AF65-F5344CB8AC3E}">
        <p14:creationId xmlns:p14="http://schemas.microsoft.com/office/powerpoint/2010/main" val="16644291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F0F7DC-935E-491F-9A1B-19EAC318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952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Why Add Multi-Agent Layer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63911C-FD10-4C5C-9EF4-912F7203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1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64E793-38B7-4B4F-BE76-C77E0383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859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Main app already good at deterministic retrieval execution.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359C56-F597-429C-8A3B-D04B410D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FB85C2-5E36-4B56-88C5-82740B2A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Weak spot is outer loop: evaluate retrieval quality, diagnose failures, repair code, re-check result.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1DA260-B13B-4378-9A2B-2791C664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57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F51FA7-9FA0-4C4E-A296-84D3AA6E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623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Different tasks need different reasoning modes: testing, criticism, debugging, verification.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BB89A2-3ED5-46ED-A3DA-470E6D801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6C7F45-39BA-41A0-B2BA-82DAC0F7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Manager-style orchestration keeps those roles separate instead of mixing them into one long prompt.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4E0FB9-5CE8-4412-84B1-9DAAA452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00650"/>
            <a:ext cx="10744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13F03D-1843-47C2-96FA-8B25042F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1028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E3A8A"/>
                </a:solidFill>
                <a:latin typeface="Aptos"/>
                <a:ea typeface="Aptos"/>
                <a:cs typeface="Aptos"/>
              </a:rPr>
              <a:t>Design reason: keep shortlist logic deterministic inside app. Put fuzzy reasoning outside app, where it can inspect, grade, and repair without changing product contract.</a:t>
            </a:r>
          </a:p>
        </p:txBody>
      </p:sp>
    </p:spTree>
    <p:extLst>
      <p:ext uri="{BB962C8B-B14F-4D97-AF65-F5344CB8AC3E}">
        <p14:creationId xmlns:p14="http://schemas.microsoft.com/office/powerpoint/2010/main" val="6170963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C04A8F-13B7-4F34-8E07-DF5B0E8F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990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Two Layers: App Workflow vs Repair Harness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A0C174-A564-4247-B10C-FA3A43BD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47800"/>
            <a:ext cx="495300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56E4BA-E8F9-45B4-BF8B-300D5704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Existing product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8ACA3-20A8-4F6F-9E52-D030A0A4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33600"/>
            <a:ext cx="43243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Location:</a:t>
            </a:r>
          </a:p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src/matsci_agent/workflow/graph.py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Job:</a:t>
            </a:r>
          </a:p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- parse intent</a:t>
            </a:r>
          </a:p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- guardrail task</a:t>
            </a:r>
          </a:p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- expand search space</a:t>
            </a:r>
          </a:p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- retrieve MP candidates</a:t>
            </a:r>
          </a:p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- policy filter</a:t>
            </a:r>
          </a:p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- rank and report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Property:</a:t>
            </a:r>
          </a:p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Deterministic shortlist backbone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DE596E-F6E0-42F1-AA8C-01A0CEEB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447800"/>
            <a:ext cx="495300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1B7521-C67C-4B31-8C2F-75A64195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69545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New multi-agent harness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1FE400-22B2-4DEA-997E-CD691A2D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33600"/>
            <a:ext cx="43243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Location:</a:t>
            </a:r>
          </a:p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src/matsci_agent/multiagent</a:t>
            </a:r>
          </a:p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agent_specs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Job:</a:t>
            </a:r>
          </a:p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- inspect repo and traces</a:t>
            </a:r>
          </a:p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- evaluate retrieval quality</a:t>
            </a:r>
          </a:p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- diagnose root cause</a:t>
            </a:r>
          </a:p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- prepare repair branch / commit / PR flow</a:t>
            </a:r>
          </a:p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- verify claimed fix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Property:</a:t>
            </a:r>
          </a:p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Supervision and repair shell around app</a:t>
            </a:r>
          </a:p>
        </p:txBody>
      </p:sp>
    </p:spTree>
    <p:extLst>
      <p:ext uri="{BB962C8B-B14F-4D97-AF65-F5344CB8AC3E}">
        <p14:creationId xmlns:p14="http://schemas.microsoft.com/office/powerpoint/2010/main" val="7136503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D9E297-41FF-447D-BCEF-E28A8C18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Where Things Live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8920F1-66FC-4D59-8B3F-8E2198F2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71600"/>
            <a:ext cx="10744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C81C37-53DD-4B9B-85CD-E296B343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049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Prompt specs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AB91F2-16C5-42CB-9C54-F405331D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5049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4ED8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D4ED8"/>
                </a:solidFill>
                <a:latin typeface="Courier New"/>
                <a:ea typeface="Courier New"/>
                <a:cs typeface="Courier New"/>
              </a:rPr>
              <a:t>agent_specs/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1C431D-D705-46F7-8D1E-74D04DDC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504950"/>
            <a:ext cx="430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Role instructions only. No runtime logic.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9CF026-D38E-4B05-B9C7-B833A071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10744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92E285-F4E4-4D3F-A721-F1FCE57A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Typed contracts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AA6260-5E74-4EA3-A91B-13108205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1145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4ED8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D4ED8"/>
                </a:solidFill>
                <a:latin typeface="Courier New"/>
                <a:ea typeface="Courier New"/>
                <a:cs typeface="Courier New"/>
              </a:rPr>
              <a:t>src/matsci_agent/multiagent/schemas.py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ECCFC5-04F4-41A9-981C-9D587E2A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114550"/>
            <a:ext cx="430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Input / output schema for each agent.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28FCA2-A708-496F-8831-9C25A107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10744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A9C946-BA76-40AF-B490-EC4DD60D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Tool gating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2DD3CE-9994-403A-92E9-A66C98AC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241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4ED8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D4ED8"/>
                </a:solidFill>
                <a:latin typeface="Courier New"/>
                <a:ea typeface="Courier New"/>
                <a:cs typeface="Courier New"/>
              </a:rPr>
              <a:t>src/matsci_agent/multiagent/tools.py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287B07-0643-469D-BC8B-B7E27FA5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24150"/>
            <a:ext cx="430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Read-only tools, git tools, PR tools.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ADE7E7-3967-4146-A144-9C7DD5A9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10744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CB7E7D-A95A-4809-AE52-28101CA1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SDK config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B93454-7AFE-48F8-B9AE-B5335F2F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3337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4ED8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D4ED8"/>
                </a:solidFill>
                <a:latin typeface="Courier New"/>
                <a:ea typeface="Courier New"/>
                <a:cs typeface="Courier New"/>
              </a:rPr>
              <a:t>src/matsci_agent/multiagent/sdk.py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726287-B33D-4501-BB6B-B5DEEFF7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33750"/>
            <a:ext cx="430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Shared client, model, tracing setting.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25164C-E856-43F5-BDEA-9CB3C8F9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10744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0AB60C-3B97-4894-AD5C-A63684CE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433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Agent construction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E0EAC9-E030-4AFC-90BA-B26C40D5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9433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4ED8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D4ED8"/>
                </a:solidFill>
                <a:latin typeface="Courier New"/>
                <a:ea typeface="Courier New"/>
                <a:cs typeface="Courier New"/>
              </a:rPr>
              <a:t>src/matsci_agent/multiagent/factory.py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A94213-A550-4618-83CD-2EB89AA2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943350"/>
            <a:ext cx="430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Build controller + specialist agents.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51A11C-A924-4C14-B71F-E87284C0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9600"/>
            <a:ext cx="10744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732EAB-F401-4843-82A8-8145A59E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Top orchestrator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68B654-FF43-4CE9-A7BC-8C44787A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5529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4ED8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D4ED8"/>
                </a:solidFill>
                <a:latin typeface="Courier New"/>
                <a:ea typeface="Courier New"/>
                <a:cs typeface="Courier New"/>
              </a:rPr>
              <a:t>src/matsci_agent/multiagent/orchestrator.py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862C15-51B3-4F64-94E6-9EB85F27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552950"/>
            <a:ext cx="430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Wrap specialist calls for controller.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2EEAD2-0E29-4805-B573-42BA02EC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29200"/>
            <a:ext cx="10744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7FB434-E51F-4F75-A744-50FBAF54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625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CLI entry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2C65BA-BBB7-401E-AADE-2B268083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1625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4ED8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D4ED8"/>
                </a:solidFill>
                <a:latin typeface="Courier New"/>
                <a:ea typeface="Courier New"/>
                <a:cs typeface="Courier New"/>
              </a:rPr>
              <a:t>src/matsci_agent/multiagent/cli.py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884F4A-1767-457B-ACCA-96C3EB23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162550"/>
            <a:ext cx="430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Plan or run harness.</a:t>
            </a:r>
          </a:p>
        </p:txBody>
      </p:sp>
    </p:spTree>
    <p:extLst>
      <p:ext uri="{BB962C8B-B14F-4D97-AF65-F5344CB8AC3E}">
        <p14:creationId xmlns:p14="http://schemas.microsoft.com/office/powerpoint/2010/main" val="19732170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02B028-A9EA-420C-A89E-19E626DA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933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Sub-Agent Responsibilities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1CD68D-3AB6-4E6D-8CFA-6E79E477D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10744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A9E5EF-0B33-4695-9FF2-38FECF13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049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Controller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6A8F28-38F5-4138-9C78-0C996A11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Owns loop. Decides next specialist call. Produces final summary.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EC36A8-DA56-47EA-834C-21A491D3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10744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A38A64-8E2D-479B-9A3B-A41F56E0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Retrieval Tester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097AB6-61BB-4F2B-80ED-26F9816E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5745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Grades retrieval quality. Labels failure stage. Collects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6CA05E-959B-4FA6-8993-17E9D1F1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10744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3300BC-A7C2-44D1-A1A1-4CA98913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Materials Query Critic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03C6FE-2E8B-4CD6-B55F-EA46E9A6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0995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Maps failure to likely root cause and owning module.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E9EB1A-2A22-4404-8058-C876CFC1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10744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A7D99A-0F08-4CA0-8E13-DD1005AB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Codex Debugger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DAA5CD-9AE9-4F4E-A40D-5ABDA003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6245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Prepares repair path. Uses worktree / commit / PR tools when enabled.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37A16C-7BCD-452C-A7DD-11052579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744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DE1F84-B850-4070-B400-6D15AC0C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149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Final Verifier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A3E4F7-B584-402C-8C08-6FC23C02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1495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Reviews claimed fix. Decides pass, fail, or tester refresh.</a:t>
            </a:r>
          </a:p>
        </p:txBody>
      </p:sp>
    </p:spTree>
    <p:extLst>
      <p:ext uri="{BB962C8B-B14F-4D97-AF65-F5344CB8AC3E}">
        <p14:creationId xmlns:p14="http://schemas.microsoft.com/office/powerpoint/2010/main" val="17056495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04B73F-0140-4D9A-9473-604D36D1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857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Architecture Chart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A59350-1356-40B8-8C74-2DB313242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047750"/>
            <a:ext cx="3238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6AD325-23A8-4B46-8609-421A0CAF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181100"/>
            <a:ext cx="2933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Controller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8ACBD8-3A87-46A4-A532-84EF3DCA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466850"/>
            <a:ext cx="2933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Uses specialist tools in manager style.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Owns final answer.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C670B2-4719-4512-8ECA-9EB588E5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238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2FD375-3604-4DB2-A397-752B30A1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Retrieval Tester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3172FD-256E-4C32-A68B-5ACFCFD6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2076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Checks traces, fixtures,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future eval commands.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44E1DE-4F33-46DC-A031-487978BA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00300"/>
            <a:ext cx="238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5FB39B-8C1C-4770-99BC-BD78C69F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53365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Query Critic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B94D53-A781-41CB-BF3C-3F0E46CA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819400"/>
            <a:ext cx="2076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Maps failure -&gt; root cause -&gt; module.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144396-875D-4F4A-A2D3-3DCFF613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00300"/>
            <a:ext cx="238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A5D6DC-D055-46B8-B5DF-7F1C8A0D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3365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Codex Debugger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FB68B4-9BE2-47D4-A05A-2136897C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19400"/>
            <a:ext cx="2076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Creates repair branch / commit /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PR flow when enabled.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C85458-D641-4966-BB72-735871D6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00300"/>
            <a:ext cx="2095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7D4B46-31E4-40B7-8653-883461EC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3365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Final Verifier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628227-3F6E-456F-BF66-962AE70E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19400"/>
            <a:ext cx="1790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Reviews repair claim.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May request tester refresh.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CAC1A8-03CC-4989-AD38-3412E007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4095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F0A459-0B3F-4ABF-A1D8-97E11CAD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95850"/>
            <a:ext cx="3790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Shared tool layer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3482C6-D945-41B7-99CC-087526E9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81600"/>
            <a:ext cx="3790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read_context_snapshot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read_repo_file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list_repo_files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run_readonly_repo_command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858A0A-C558-4B28-BF4E-AF9974F8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762500"/>
            <a:ext cx="39433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3F1D66-486A-4D8B-B0BC-E9437B62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895850"/>
            <a:ext cx="3638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Mutation tools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328D21-E35F-4C39-8B60-F3032CBE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181600"/>
            <a:ext cx="36385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create_branch_worktree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read_worktree_diff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commit_worktree_changes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create_pull_request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A83366-6978-41D9-98E5-C864188B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00550"/>
            <a:ext cx="34290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90C82B-913D-4264-8435-B8A89C6B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533900"/>
            <a:ext cx="3124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Existing app backbone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9EEAF0-5730-426D-89C2-891BBDEA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819650"/>
            <a:ext cx="3124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src/matsci_agent/workflow/graph.py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src/matsci_agent/tools/policy_filter.py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src/matsci_agent/tools/mp_retriever.py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src/matsci_agent/api/main.py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D8E4B7-4D84-4FB1-9748-263BC8AA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85950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495D19-7EBF-4269-937F-D6B3719C0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133600"/>
            <a:ext cx="38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65789A-D7C1-422B-9B9C-E7556D49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33600"/>
            <a:ext cx="38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BE0125-2371-4BA1-8F0F-51F57CB4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133600"/>
            <a:ext cx="38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8F6774-75F1-4106-9906-117273DA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133600"/>
            <a:ext cx="38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2FFBD0-149D-4FCA-9921-4676E7F5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429000"/>
            <a:ext cx="381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40430D-E751-4C76-92B0-A27BC8C8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29000"/>
            <a:ext cx="381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6580D7-D1A0-4E82-92A6-8AD3059D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3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133CC5-7BA8-496A-87E7-9D14B2CD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33400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E3BFEB-1784-49F3-B0E3-E02B6F49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33400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5A3A9B-3366-4D1B-B0EB-5B02A57A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Today: scaffold exists. Full eval runner + real code-edit loop still thin.</a:t>
            </a:r>
          </a:p>
        </p:txBody>
      </p:sp>
    </p:spTree>
    <p:extLst>
      <p:ext uri="{BB962C8B-B14F-4D97-AF65-F5344CB8AC3E}">
        <p14:creationId xmlns:p14="http://schemas.microsoft.com/office/powerpoint/2010/main" val="10846962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99A4AB-4690-4CEF-A830-D7F3F0F3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876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How Collaboration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7B0563-CFD1-454E-9BEA-02900058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71600"/>
            <a:ext cx="1036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1. Controller receives objective.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943F47-19CD-4AA9-A5ED-DCF9A5D0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28800"/>
            <a:ext cx="1036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2. Controller calls Retrieval Tester tool.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7DA05E-77EE-45F7-A12D-62320CF2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1036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3. Tester returns staged failure report or pass.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D02434-EA17-4AFC-9F61-017E1631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1036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4. If fail -&gt; Controller calls Materials Query Critic.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F34213-2412-4E6B-9350-7582EA0A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0400"/>
            <a:ext cx="1036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5. Critic returns root cause and module targets.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FF2D76-E6D9-4D62-95E0-2FC2ACA3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57600"/>
            <a:ext cx="1036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6. Controller calls Codex Debugger with tester + critic reports.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98CD5F-BF74-4D47-997E-3F585F74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1036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7. Debugger may create worktree / commit / PR when enabled.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19A824-06A7-4521-ABD8-CC73567C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1036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8. Controller calls Final Verifier.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80FD5A-8D39-4E11-A3E6-E3EC9CA1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036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9. Verifier returns pass / fail / needs tester refresh.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0432B1-4A94-4391-889A-3D91D996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86400"/>
            <a:ext cx="1036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10. Controller stops or repeats.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4EB93A-21AF-42EF-99C2-5F56244B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0744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6AEB65-35E2-45A0-9117-41FB4C30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172200"/>
            <a:ext cx="1028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E3A8A"/>
                </a:solidFill>
                <a:latin typeface="Aptos"/>
                <a:ea typeface="Aptos"/>
                <a:cs typeface="Aptos"/>
              </a:rPr>
              <a:t>Important: collaboration is manager-style tool calling, not direct agent handoff chain.</a:t>
            </a:r>
          </a:p>
        </p:txBody>
      </p:sp>
    </p:spTree>
    <p:extLst>
      <p:ext uri="{BB962C8B-B14F-4D97-AF65-F5344CB8AC3E}">
        <p14:creationId xmlns:p14="http://schemas.microsoft.com/office/powerpoint/2010/main" val="11900981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63DC95-A604-496F-8F1A-DDACB1D8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819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Safety, Sandbox, Keys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7B2E8B-BDD5-4D17-96C5-BDAD7B58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9700"/>
            <a:ext cx="51435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5D3E83-59E4-413C-9148-09239E20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Safety controls in code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675601-8AEA-478A-ADFE-54769FD7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95500"/>
            <a:ext cx="4476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- settings.py gates live MP / git write / PR</a:t>
            </a:r>
          </a:p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- tools.py separates read-only vs mutation tools</a:t>
            </a:r>
          </a:p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- prompts add soft rules</a:t>
            </a:r>
          </a:p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- host sandbox still strongest hard boundary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86D018-EB30-4625-917A-84A9A0953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09700"/>
            <a:ext cx="51435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E7AC8D-9C25-4F31-B3E4-9070232E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6573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API key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6B30B-6221-44A9-9B9F-D48377C6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4476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- one shared client for all sub-agents</a:t>
            </a:r>
          </a:p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- config from MULTIAGENT_API_KEY, MULTIAGENT_BASE_URL, MULTIAGENT_MODEL</a:t>
            </a:r>
          </a:p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- OpenAI key works</a:t>
            </a:r>
          </a:p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- OpenAI-compatible proxy key can work if syntax truly compatible</a:t>
            </a:r>
          </a:p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- one key per sub-agent not needed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CB8588-4CCC-4D6D-A22D-B49445D3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1066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2400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92400E"/>
                </a:solidFill>
                <a:latin typeface="Aptos"/>
                <a:ea typeface="Aptos"/>
                <a:cs typeface="Aptos"/>
              </a:rPr>
              <a:t>Current default mode: conservative. No live MP, no git writes, no PR creation unless flags enabled.</a:t>
            </a:r>
          </a:p>
        </p:txBody>
      </p:sp>
    </p:spTree>
    <p:extLst>
      <p:ext uri="{BB962C8B-B14F-4D97-AF65-F5344CB8AC3E}">
        <p14:creationId xmlns:p14="http://schemas.microsoft.com/office/powerpoint/2010/main" val="16007996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E22190-58EE-4643-955F-5FB4A035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990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What Scaffold Can And Cannot Do Today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391AB7-AD44-40A7-87DB-50131E1D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495300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18C378-7096-414C-8258-D822DB6B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653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6534"/>
                </a:solidFill>
                <a:latin typeface="Aptos"/>
                <a:ea typeface="Aptos"/>
                <a:cs typeface="Aptos"/>
              </a:rPr>
              <a:t>Already present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C3E07F-F819-4310-878C-FAFBB554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43624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- prompts/specs for 5 agents</a:t>
            </a:r>
          </a:p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- typed I/O schemas</a:t>
            </a:r>
          </a:p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- shared OpenAI-compatible client config</a:t>
            </a:r>
          </a:p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- repo reading tools</a:t>
            </a:r>
          </a:p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- git worktree / commit / PR scaffolding</a:t>
            </a:r>
          </a:p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- manager-style controller wrapper</a:t>
            </a:r>
          </a:p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- CLI entry for plan/run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A1322F-75E8-48FC-B71E-A8315C5C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428750"/>
            <a:ext cx="495300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4C5F10-E7F4-4802-BD9E-E9335C62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6764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2400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92400E"/>
                </a:solidFill>
                <a:latin typeface="Aptos"/>
                <a:ea typeface="Aptos"/>
                <a:cs typeface="Aptos"/>
              </a:rPr>
              <a:t>Still missing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6E6BA5-7783-485F-94E8-66ED26B7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14550"/>
            <a:ext cx="43624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- richer formatted prompts with examples</a:t>
            </a:r>
          </a:p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- real retrieval eval runner</a:t>
            </a:r>
          </a:p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- tighter controller retry state machine</a:t>
            </a:r>
          </a:p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- real code-edit execution path for debugger</a:t>
            </a:r>
          </a:p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- test execution wrapper</a:t>
            </a:r>
          </a:p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- live trace integration and result artifacts</a:t>
            </a:r>
          </a:p>
        </p:txBody>
      </p:sp>
    </p:spTree>
    <p:extLst>
      <p:ext uri="{BB962C8B-B14F-4D97-AF65-F5344CB8AC3E}">
        <p14:creationId xmlns:p14="http://schemas.microsoft.com/office/powerpoint/2010/main" val="14797978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395C8B-A842-4ED5-9E2C-26F8B3DC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933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Recommended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61E960-A6AD-48B5-9AF8-EAABBBEE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1028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1. Upgrade prompts into strict templates with few-shot examples.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C49388-1C6F-4854-AE6F-ABA28194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1028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2. Add explicit offline retrieval eval runner before any live MP path.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772F1C-D882-4CEF-B2C3-9424DF09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1028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3. Add real debugger edit flow with bounded file / branch policy.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6993CE-E3F2-4299-A74D-A30335C0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1028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4. Add verifier rubric tied to tester failure stages.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85BAC1-9014-4BA0-8023-80125AE8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1028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5. Only then enable live MP and PR mode.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3CBE62-34C7-4BCE-A5D8-0EDBFE16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10744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8EA167-2903-442A-A31E-9BD85756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38800"/>
            <a:ext cx="10363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E3A8A"/>
                </a:solidFill>
                <a:latin typeface="Aptos"/>
                <a:ea typeface="Aptos"/>
                <a:cs typeface="Aptos"/>
              </a:rPr>
              <a:t>Bottom line: current architecture direction is sound. Current implementation is scaffold, not full autonomous repair system yet.</a:t>
            </a:r>
          </a:p>
        </p:txBody>
      </p:sp>
    </p:spTree>
    <p:extLst>
      <p:ext uri="{BB962C8B-B14F-4D97-AF65-F5344CB8AC3E}">
        <p14:creationId xmlns:p14="http://schemas.microsoft.com/office/powerpoint/2010/main" val="3647380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2026-06-09T21:33:59.6630000Z</dcterms:created>
  <dcterms:modified xsi:type="dcterms:W3CDTF">2026-06-09T21:33:59.6630000Z</dcterms:modified>
</coreProperties>
</file>